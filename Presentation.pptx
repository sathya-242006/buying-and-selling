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7" Type="http://schemas.microsoft.com/office/2016/11/relationships/changesInfo" Target="changesInfos/changesInfo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HYA PRIYA B" userId="013a345e9c98e7b4" providerId="LiveId" clId="{E2678853-5317-5A45-9EC2-348460442D16}"/>
    <pc:docChg chg="addSld delSld modSld">
      <pc:chgData name="SATHYA PRIYA B" userId="013a345e9c98e7b4" providerId="LiveId" clId="{E2678853-5317-5A45-9EC2-348460442D16}" dt="2025-04-24T15:55:43.463" v="7" actId="680"/>
      <pc:docMkLst>
        <pc:docMk/>
      </pc:docMkLst>
      <pc:sldChg chg="new">
        <pc:chgData name="SATHYA PRIYA B" userId="013a345e9c98e7b4" providerId="LiveId" clId="{E2678853-5317-5A45-9EC2-348460442D16}" dt="2025-04-24T15:55:43.463" v="7" actId="680"/>
        <pc:sldMkLst>
          <pc:docMk/>
          <pc:sldMk cId="1177016718" sldId="256"/>
        </pc:sldMkLst>
      </pc:sldChg>
      <pc:sldChg chg="addSp modSp del">
        <pc:chgData name="SATHYA PRIYA B" userId="013a345e9c98e7b4" providerId="LiveId" clId="{E2678853-5317-5A45-9EC2-348460442D16}" dt="2025-04-24T15:55:41.048" v="6" actId="2696"/>
        <pc:sldMkLst>
          <pc:docMk/>
          <pc:sldMk cId="3959291231" sldId="256"/>
        </pc:sldMkLst>
        <pc:spChg chg="mod">
          <ac:chgData name="SATHYA PRIYA B" userId="013a345e9c98e7b4" providerId="LiveId" clId="{E2678853-5317-5A45-9EC2-348460442D16}" dt="2025-04-24T15:55:25.026" v="3" actId="1076"/>
          <ac:spMkLst>
            <pc:docMk/>
            <pc:sldMk cId="3959291231" sldId="256"/>
            <ac:spMk id="2" creationId="{D53FC5EC-43DA-1545-FF2F-629C13CB46E0}"/>
          </ac:spMkLst>
        </pc:spChg>
        <pc:spChg chg="add">
          <ac:chgData name="SATHYA PRIYA B" userId="013a345e9c98e7b4" providerId="LiveId" clId="{E2678853-5317-5A45-9EC2-348460442D16}" dt="2025-04-24T15:55:18.923" v="2" actId="139"/>
          <ac:spMkLst>
            <pc:docMk/>
            <pc:sldMk cId="3959291231" sldId="256"/>
            <ac:spMk id="4" creationId="{9664FC55-4D3E-1B06-0031-2806A703F3FE}"/>
          </ac:spMkLst>
        </pc:spChg>
        <pc:spChg chg="add mod">
          <ac:chgData name="SATHYA PRIYA B" userId="013a345e9c98e7b4" providerId="LiveId" clId="{E2678853-5317-5A45-9EC2-348460442D16}" dt="2025-04-24T15:55:37.079" v="5" actId="14100"/>
          <ac:spMkLst>
            <pc:docMk/>
            <pc:sldMk cId="3959291231" sldId="256"/>
            <ac:spMk id="5" creationId="{4F4E06CD-98F1-036B-BCB9-6E26BCE7338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D4194-90D0-AC85-7DAD-2E2AA662FD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799163-90E1-F79F-6008-B88EFA6C67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1671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Gallery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SATHYA PRIYA B</dc:creator>
  <cp:lastModifiedBy>SATHYA PRIYA B</cp:lastModifiedBy>
  <cp:revision>1</cp:revision>
  <dcterms:created xsi:type="dcterms:W3CDTF">2025-04-24T15:52:24Z</dcterms:created>
  <dcterms:modified xsi:type="dcterms:W3CDTF">2025-04-24T15:55:44Z</dcterms:modified>
</cp:coreProperties>
</file>